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B3A5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1B3A5C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18288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青川县庄子上工业园区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智慧园区建设项目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建设方案汇报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8288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4747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34747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4747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34747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8CF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09728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4358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43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项目战略定位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24358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43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93792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三步走创建路径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74650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46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七大建设工程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74650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46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93792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道路交通安全与地灾监控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24942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249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环保监控工程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24942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249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93792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AI招商与形象展示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275234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752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75234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752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智改数转赋能平台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325526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255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78992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一体化数字平台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25526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255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企业服务板块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375818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758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8992" y="3703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信息发布子系统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375818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758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93792" y="3703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运营服务中心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426110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4261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78992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投资概算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426110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261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93792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预期效益分析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1520" y="476402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4764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78992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四类角色价值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46320" y="4764024"/>
            <a:ext cx="256032" cy="25603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4764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93792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项目战略定位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8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智慧化建设是园区实现跨越式发展的必由之路与关键一跃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56032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赋能创建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为申报省级经开区、绿色工业园区提供最直接的数据支撑与管理工具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80160"/>
            <a:ext cx="256032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赋能企业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打造县域智改数转公共服务平台，破解中小企业转型难题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赋能决策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构建园区数字大脑，实现运行一屏统览、产业一图统管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36576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2025年实现规上工业总产值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8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41.6亿元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总投资概算：¥4,178,800.00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三步走创建路径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" cy="105156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280160"/>
            <a:ext cx="502920" cy="50292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省级经济开发区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以智慧管理为亮点，亩均论英雄评价体系、安全环保监控网络提供真实数据佐证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86968" y="2057400"/>
            <a:ext cx="0" cy="228600"/>
          </a:xfrm>
          <a:prstGeom prst="line">
            <a:avLst/>
          </a:prstGeom>
          <a:noFill/>
          <a:ln w="25400">
            <a:solidFill>
              <a:srgbClr val="2D8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286000"/>
            <a:ext cx="54864" cy="10515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56032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省级/国家级绿色工业园区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以绿色数据为实证，全覆盖能耗与污染源监测体系自动生成绿色绩效报告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6968" y="3337560"/>
            <a:ext cx="0" cy="228600"/>
          </a:xfrm>
          <a:prstGeom prst="line">
            <a:avLst/>
          </a:prstGeom>
          <a:noFill/>
          <a:ln w="25400">
            <a:solidFill>
              <a:srgbClr val="2D8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6616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1B3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56616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38404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国家级经济技术开发区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4069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以创新生态为驱动，智慧招商系统精准补强外资、外贸、研发等短板指标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七大建设工程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覆盖招商、企业、运营、管理全业务的一体化智慧园区平台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56032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8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道路交通安全与地灾监控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智能摄像机+地质传感器，全覆盖感知网络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94760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重点口子环保监控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水质空气在线监测，监测-预警-溯源闭环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园区形象展示与AI招商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三维数字沙盘+数据驾驶舱+AI招商大脑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377440"/>
            <a:ext cx="2560320" cy="4572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24871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智能计量表计+亩均论英雄大数据评价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377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377440"/>
            <a:ext cx="2560320" cy="45720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94760" y="24871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智改数转企业赋能平台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政策推送+供需对接+数字化诊断工具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2377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377440"/>
            <a:ext cx="2560320" cy="45720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24871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一体化数字平台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物联网平台+数据中台+AI中台+数字孪生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566160"/>
            <a:ext cx="2560320" cy="45720"/>
          </a:xfrm>
          <a:prstGeom prst="rect">
            <a:avLst/>
          </a:prstGeom>
          <a:solidFill>
            <a:srgbClr val="219653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9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0120" y="36758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运营服务中心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4069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大屏指挥+园小二团队+3年长效服务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道路交通安全与地灾监控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731520"/>
            <a:ext cx="914400" cy="27432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45720" cy="5486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8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智能摄像机覆盖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0759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部署智能摄像机与专业地质传感器，构建全覆盖感知网络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91640"/>
            <a:ext cx="45720" cy="5486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8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自动识别与实时预警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194767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实现对交通违规、地质灾害风险的自动识别与实时预警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331720"/>
            <a:ext cx="45720" cy="5486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8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安全运行底线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5877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筑牢园区安全运行底线，为创建评审提供安全稳定的坚实基础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71800"/>
            <a:ext cx="45720" cy="5486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71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8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971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赋能创建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227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为省级经开区发展质量与绿色园区基础设施安全提供硬性支撑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重点口子环保监控工程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731520"/>
            <a:ext cx="914400" cy="274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45720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在线监测设备布设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0759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在关键排污口及环境敏感区域布设水质、空气在线监测设备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91640"/>
            <a:ext cx="45720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闭环管理体系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194767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建立监测-预警-溯源的闭环管理体系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331720"/>
            <a:ext cx="45720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连续数据证据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5877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为污染物稳定达标排放率提供连续、真实、可追溯的在线监测数据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71800"/>
            <a:ext cx="45720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71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971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绿色园区核心支撑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227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是申报绿色工业园区最具说服力的数据证据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园区形象展示与AI招商工程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73152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三维数字沙盘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0759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建设三维数字沙盘、数据驾驶舱，打造沉浸式现代化展示窗口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91640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数实招商大脑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194767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运用大数据与AI技术精准绘制产业链图谱，智能挖掘匹配招商目标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331720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对外开放形象提升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5877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直接服务于国家级经开区对外开放形象提升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71800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71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971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产业结构优化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227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驱动高质量项目落地，助力优化产业结构，补强科技创新指标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企业用能监测与亩均论英雄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731520"/>
            <a:ext cx="914400" cy="27432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45720" cy="54864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B5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智能计量表计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0759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推动重点企业安装智能计量表计，实时采集能耗与产出数据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91640"/>
            <a:ext cx="45720" cy="54864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B5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亩均论英雄评价体系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194767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构建亩均论英雄大数据评价体系，实现资源要素差别化配置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331720"/>
            <a:ext cx="45720" cy="54864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B5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绿色园区核算基础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5877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为绿色园区能源与资源利用绿色化指标提供精准核算基础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71800"/>
            <a:ext cx="45720" cy="54864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71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B5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971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倒逼企业提质增效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227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以数据驱动的方式倒逼企业提质增效、转型升级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智改数转企业赋能平台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731520"/>
            <a:ext cx="914400" cy="27432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45720" cy="548640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51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政策精准推送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0759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集成政策精准推送、供需智能对接、轻量化数字化诊断工具等功能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91640"/>
            <a:ext cx="45720" cy="548640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51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专项资金对接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194767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帮助企业对接省、市每年超20亿元的智改数转专项资金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331720"/>
            <a:ext cx="45720" cy="548640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51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破解转型困境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5877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破解企业不敢转、不会转、不能转、不愿转的困境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71800"/>
            <a:ext cx="45720" cy="548640"/>
          </a:xfrm>
          <a:prstGeom prst="rect">
            <a:avLst/>
          </a:prstGeom>
          <a:solidFill>
            <a:srgbClr val="9B51E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71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51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971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产业基础奂实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227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打造园区优质服务生态，奂实所有创建目标的产业基础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一体化数字平台 - 四大业务线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物联网平台 | 数据中台 | AI中台 | 数字孪生底座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1965960" cy="36576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企业服务板块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37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诉求直达（随手拍）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86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服务直达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园企交互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供需对接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11887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2606040" y="1188720"/>
            <a:ext cx="1965960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园区运营板块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1828800"/>
            <a:ext cx="73152" cy="7315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2971800" y="1737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数字化审批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88920" y="2377440"/>
            <a:ext cx="73152" cy="7315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2971800" y="2286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日常巡检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88920" y="2926080"/>
            <a:ext cx="73152" cy="7315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297180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资产管理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88920" y="3474720"/>
            <a:ext cx="73152" cy="7315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297180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档案管理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1887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1188720"/>
            <a:ext cx="19659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信息发布板块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18288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1737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用工·物流·特色供需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37744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2286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政策推送·餐饮·停车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92608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场馆服务·园区活动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47472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园区公告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03720" y="11887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39" name="Shape 37"/>
          <p:cNvSpPr/>
          <p:nvPr/>
        </p:nvSpPr>
        <p:spPr>
          <a:xfrm>
            <a:off x="6903720" y="1188720"/>
            <a:ext cx="1965960" cy="36576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数据支撑板块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86600" y="1828800"/>
            <a:ext cx="73152" cy="73152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42" name="Text 40"/>
          <p:cNvSpPr/>
          <p:nvPr/>
        </p:nvSpPr>
        <p:spPr>
          <a:xfrm>
            <a:off x="7269480" y="1737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12大三方系统接入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86600" y="2377440"/>
            <a:ext cx="73152" cy="73152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44" name="Text 42"/>
          <p:cNvSpPr/>
          <p:nvPr/>
        </p:nvSpPr>
        <p:spPr>
          <a:xfrm>
            <a:off x="7269480" y="2286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统一数据标准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86600" y="2926080"/>
            <a:ext cx="73152" cy="73152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46" name="Text 44"/>
          <p:cNvSpPr/>
          <p:nvPr/>
        </p:nvSpPr>
        <p:spPr>
          <a:xfrm>
            <a:off x="726948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统一认证中心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86600" y="3474720"/>
            <a:ext cx="73152" cy="73152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48" name="Text 46"/>
          <p:cNvSpPr/>
          <p:nvPr/>
        </p:nvSpPr>
        <p:spPr>
          <a:xfrm>
            <a:off x="726948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统一消息推送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项目投资概算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109728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总投资概算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¥4,178,800.00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71600" y="281635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7432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道路交通安全与地灾监控工程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309067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30175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重点口子环保监控工程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336499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32918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园区形象展示与AI招商工程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63931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5661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企业用能监测工程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91363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38404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智改数转赋能平台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418795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4114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一体化数字平台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4462272"/>
            <a:ext cx="73152" cy="73152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1" name="Text 19"/>
          <p:cNvSpPr/>
          <p:nvPr/>
        </p:nvSpPr>
        <p:spPr>
          <a:xfrm>
            <a:off x="1600200" y="43891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运营服务中心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预期效益分析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8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管理效率提升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综合管理效率提升30%以上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2801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1828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应急响应提升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148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安全环保事件从被动响应转向主动预警，效率提升60%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801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¥20亿+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专项资金对接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148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对接省级智改数转专项资金及金融产品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2801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百万级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1828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创建奖励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2148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成功创建绿色园区可获百万级一次性奖励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36576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实施策略：急用先行、分步上线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优先完成环保、安防、招商展示等支撑创建申报的核心功能，确保项目成果能快速服务于省级开发区的申报工作。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面向四类角色的核心价值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201168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数据驱动决策，提升园区治理能力现代化水平；成功创建省级经开区/绿色园区，争取百万级政策奖励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1B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005840"/>
            <a:ext cx="201168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554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运营效率提升30%，应急响应提速60%；一屏统览、一图统管，告别信息孤岛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1B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100584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1554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一站式服务，诉求直达2小时响应；对接超20亿智改数转专项资金，降低转型成本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1B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2280" y="1005840"/>
            <a:ext cx="2011680" cy="4572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1554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182880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信息公开透明，园区动态一手掌握；参与园区共建，增强归属感与获得感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54864" cy="45720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8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以数字为帆，以智慧为桨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45720" cy="3200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AIoT深度融合：引入物联网传感设备，实现万物互联、全域感知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11680"/>
            <a:ext cx="45720" cy="3200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20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数字孪生园区：1:1三维建模，全要素、全时域可视化运营管理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51760"/>
            <a:ext cx="45720" cy="3200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60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Agent智能化：智能客服、智能调度、智能预警，从人找数据到数据找人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91840"/>
            <a:ext cx="45720" cy="3200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产业大脑：基于大数据与AI算法辅助产业招商决策，精准强链补链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931920"/>
            <a:ext cx="45720" cy="32004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40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跨园区协同：对接省市智慧平台，实现数据共享与业务协同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182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驱动园区沿着省级开发区→绿色园区→国家级经开区培育对象的航向全速前进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D8CF0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B3A5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感谢聊听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2D8C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以数字为帆，以智慧为桨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青川县庄子上工业园区管委会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技术支持：青迅科技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联系电话：0839-xxxxxxx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邮箱：park@zhuangzishang.gov.cn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8CF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2026-05-12T03:01:34Z</dcterms:created>
  <dcterms:modified xsi:type="dcterms:W3CDTF">2026-05-12T03:01:34Z</dcterms:modified>
</cp:coreProperties>
</file>