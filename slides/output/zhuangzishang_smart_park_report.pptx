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73152" cy="16459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智慧工业园区平台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汇报介绍 · 智慧赋能产业升级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457200"/>
            <a:ext cx="1828800" cy="1828800"/>
          </a:xfrm>
          <a:prstGeom prst="ellipse">
            <a:avLst/>
          </a:prstGeom>
          <a:solidFill>
            <a:srgbClr val="40916C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457200" y="3657600"/>
            <a:ext cx="1371600" cy="1371600"/>
          </a:xfrm>
          <a:prstGeom prst="ellipse">
            <a:avLst/>
          </a:prstGeom>
          <a:solidFill>
            <a:srgbClr val="40916C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9728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44475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平台建设背景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44475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4447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56048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平台整体架构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03911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AI招商服务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03911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20391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56048" y="19659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全域安全监控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263347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633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企业服务体系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63347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2633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56048" y="2560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运营管理平台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22783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227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5568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能效与运营监测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0" y="322783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2278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56048" y="31546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数据中心与三方接入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31520" y="382219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平台价值总结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3822192"/>
            <a:ext cx="292608" cy="29260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38221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37490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未来发展规划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8" name="Text 3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平台建设背景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庄子上工业园区占地约2平方公里，已入驻企业47家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覆盖建材、新能源、新材料、食品加工等7大产业门类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年工业总产值突破13亿元，园区从业人员超3,000人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传统管理方式面临信息孤岛、响应滞后等挑战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2025年启动智慧园区平台建设，打造数字化管理新模式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平台整体架构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一云一网一平台：统一云底座 + 园区通信网 + 智慧平台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四层架构：基础设施层、数据层、平台层、应用层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九大核心应用模块：AI招商、安全监控、企业服务等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多端覆盖：Web管理端 + 企业端 + 公众端 + 大屏展示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统一认证中心、统一数据标准、统一消息推送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AI招商服务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AI智能招商：基于大数据和AI算法精准匹配目标企业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数字沙盘：3D可视化展示园区规划与土地资源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企业档案：全生命周期企业信息管理与画像分析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产业链图谱：可视化展示产业链上下游关系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招商项目管理：从线索到签约全流程数字化跟踪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数字沙盘与企业档案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3D数字沙盘：园区全景三维可视化，支持多视角漫游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土地资源展示：标注可用地块、面积、规划用途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企业画像：多维数据分析展示企业经营、信用、创新力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产业分析：自动识别产业链关键环节与缺口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招商门户：对外展示园区优势，吸引优质企业入驻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全域安全监控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道路交通安全监控（天眼）：园区道路全时监控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地灾安全监测（哨兵）：地质滑坡、沉降实时预警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环保监控检测（慧眼）：废气废水排放在线监测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视频监控总览：统一视频平台，覆盖园区关键区域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应急指挥联动：突发事件快速响应与资源调度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视频监控与应急指挥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16宫格视频监控布局，4×4智能画面排列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支持有声公共场景优先展示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视频分析：车牌识别、人流统计、异常行为检测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应急指挥：一键调度、预案管理、实时通讯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多级告警：声光报警+短信通知+APP推送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企业服务体系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诉求直达（随手拍）：企业问题一键提交、全程跟踪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服务直达：天然气/水/电费在线缴纳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园企交互：在线沟通、通知公告、政策推送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供需对接：物流供需、特色供需智能匹配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企业入驻：线上申请、证照管理、信用评价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诉求直达与服务直达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随手拍功能：文字+图片+定位，快速提交诉求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诉求分类：物业报修、环境问题、投诉建议等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自动派单：基于AI规则智能分配到责任部门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服务大厅：水、电、气、停车等一站式在线缴费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全程透明：诉求进度实时可查，处理结果可评价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运营管理平台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物流供需：园区货源+返程空车+车辆资源信息匹配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特色供需：青川山珍等特色产品展示与供需对接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政策推送：惠企政策精准匹配与主动推送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数字化活动：园区文体、培训、交流活动管理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餐饮服务：园区食堂菜单、在线订餐、商务用餐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物流供需平台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园区货源：园区企业货物运输需求发布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返程空车：返程车辆信息展示，提高回程配货率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车辆资源：物流企业运力资源对接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每张卡片展示：货物信息、路线、联系人电话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AI智能匹配：自动推送匹配的货源与运力信息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能效与运营监测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企业用能监测（计量）：水电气实时采集与统计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亩均论英雄：以亩均产出为核心的企业绩效评价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能效分析：重点能耗企业用能趋势与优化建议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异常预警：用能异常自动告警，防止能源浪费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碳排管理：企业碳排放数据跟踪与报告生成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数据中心与三方接入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数据中心：汇聚园区全量数据，构建统一数据湖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三方数据接入：12大外部系统数据互联互通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天然气/水/电力/综合执法/环保/应急/交通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公安/自然资源/气象/人社/运营商数据接入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标准化接口：HTTP + MQTT双协议支持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645920"/>
            <a:ext cx="73152" cy="1371600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平台价值总结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3716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政府领导层：数据驱动决策，提升园区治理能力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园区管理层：运营效率提升30%，管理成本降低15%-20%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入驻企业：一站式服务，诉求响应时间缩短至2小时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4114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公众用户：信息公开透明，增强园区参与感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480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生态效益：能耗降低约18%，碳排放监测全覆盖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未来发展规划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914400" cy="36576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3444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AIoT深度融合：引入物联网传感设备，实现万物互联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数字孪生园区：1:1三维建模，全要素可视化运营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688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Agent智能化：智能客服、智能调度、智能预警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10896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产业大脑：基于大数据分析辅助产业招商决策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109728" cy="10972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4904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09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跨园区协同：对接省市智慧平台，实现数据共享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青川县庄子上工业园区管委会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技术支持：青迅科技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联系电话：0839-xxxxxxx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邮箱：park@zhuangzishang.gov.cn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2026-05-12T02:44:25Z</dcterms:created>
  <dcterms:modified xsi:type="dcterms:W3CDTF">2026-05-12T02:44:25Z</dcterms:modified>
</cp:coreProperties>
</file>